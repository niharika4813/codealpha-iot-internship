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7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731520"/>
            <a:ext cx="3840480" cy="3840480"/>
          </a:xfrm>
          <a:prstGeom prst="ellipse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4389120"/>
            <a:ext cx="2926080" cy="2926080"/>
          </a:xfrm>
          <a:prstGeom prst="ellipse">
            <a:avLst/>
          </a:prstGeom>
          <a:solidFill>
            <a:srgbClr val="8B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6C7EE"/>
                </a:solidFill>
                <a:latin typeface="Aptos"/>
              </a:defRPr>
            </a:pPr>
            <a:r>
              <a:t>CODEALPHA • INTERNET OF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8686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AUTOMATIC LIGHT</a:t>
            </a:r>
          </a:p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CONTROL USING LDR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E2D8F2"/>
                </a:solidFill>
                <a:latin typeface="Aptos"/>
              </a:defRPr>
            </a:pPr>
            <a:r>
              <a:t>Task 2 — Sensor-Based Simulation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Student: Niharika Varshitha T.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Platform: Tinkercad Circuits • Board: Arduino Uno R3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217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D6C7EE"/>
                </a:solidFill>
                <a:latin typeface="Aptos"/>
              </a:defRPr>
            </a:pPr>
            <a:r>
              <a:t>SIMULATED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36274E"/>
                </a:solidFill>
                <a:latin typeface="Aptos"/>
              </a:defRPr>
            </a:pPr>
            <a:r>
              <a:t>1.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5D70"/>
                </a:solidFill>
                <a:latin typeface="Aptos"/>
              </a:defRPr>
            </a:pPr>
            <a:r>
              <a:t>CodeAlpha IoT Internship • Task 2                                      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44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7373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300" b="0">
                <a:solidFill>
                  <a:srgbClr val="2D2A33"/>
                </a:solidFill>
                <a:latin typeface="Aptos"/>
              </a:defRPr>
            </a:pPr>
            <a:r>
              <a:t>To design and simulate an automatic light control system using an LDR sensor and Arduino Uno. The system detects light intensity and controls an LED according to the sensor reading.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3337560" cy="1417320"/>
          </a:xfrm>
          <a:prstGeom prst="roundRect">
            <a:avLst/>
          </a:prstGeom>
          <a:solidFill>
            <a:srgbClr val="EDE6F8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r>
              <a:t>SENSE</a:t>
            </a:r>
          </a:p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r>
              <a:t>LDR detects 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65760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3977639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r>
              <a:t>PROCESS</a:t>
            </a:r>
          </a:p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r>
              <a:t>Arduino checks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657600"/>
            <a:ext cx="3337560" cy="1417320"/>
          </a:xfrm>
          <a:prstGeom prst="roundRect">
            <a:avLst/>
          </a:prstGeom>
          <a:solidFill>
            <a:srgbClr val="E7F5EC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3977639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r>
              <a:t>RESPOND</a:t>
            </a:r>
          </a:p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r>
              <a:t>LED turns ON or 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36274E"/>
                </a:solidFill>
                <a:latin typeface="Aptos"/>
              </a:defRPr>
            </a:pPr>
            <a:r>
              <a:t>2. Components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5D70"/>
                </a:solidFill>
                <a:latin typeface="Aptos"/>
              </a:defRPr>
            </a:pPr>
            <a:r>
              <a:t>CodeAlpha IoT Internship • Task 2                                    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6F4EA0"/>
                </a:solidFill>
                <a:latin typeface="Aptos"/>
              </a:defRPr>
            </a:pPr>
            <a:r>
              <a:t>Arduino Uno R3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56231"/>
            <a:ext cx="2971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5D70"/>
                </a:solidFill>
                <a:latin typeface="Aptos"/>
              </a:defRPr>
            </a:pPr>
            <a:r>
              <a:t>Reads the sensor and controls the 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4813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6F4EA0"/>
                </a:solidFill>
                <a:latin typeface="Aptos"/>
              </a:defRPr>
            </a:pPr>
            <a:r>
              <a:t>LDR / Photoresistor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856231"/>
            <a:ext cx="2971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5D70"/>
                </a:solidFill>
                <a:latin typeface="Aptos"/>
              </a:defRPr>
            </a:pPr>
            <a:r>
              <a:t>Senses surrounding light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48132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6F4EA0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856231"/>
            <a:ext cx="2971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5D70"/>
                </a:solidFill>
                <a:latin typeface="Aptos"/>
              </a:defRPr>
            </a:pPr>
            <a:r>
              <a:t>Shows the system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03580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6F4EA0"/>
                </a:solidFill>
                <a:latin typeface="Aptos"/>
              </a:defRPr>
            </a:pPr>
            <a:r>
              <a:t>1 kΩ resistor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10712"/>
            <a:ext cx="2971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5D70"/>
                </a:solidFill>
                <a:latin typeface="Aptos"/>
              </a:defRPr>
            </a:pPr>
            <a:r>
              <a:t>Limits current through the 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8803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03580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6F4EA0"/>
                </a:solidFill>
                <a:latin typeface="Aptos"/>
              </a:defRPr>
            </a:pPr>
            <a:r>
              <a:t>10 kΩ resistor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410712"/>
            <a:ext cx="2971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5D70"/>
                </a:solidFill>
                <a:latin typeface="Aptos"/>
              </a:defRPr>
            </a:pPr>
            <a:r>
              <a:t>Forms a voltage divider with LDR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88036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303580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6F4EA0"/>
                </a:solidFill>
                <a:latin typeface="Aptos"/>
              </a:defRPr>
            </a:pPr>
            <a:r>
              <a:t>Breadboard &amp; jumper wires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410712"/>
            <a:ext cx="2971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5D70"/>
                </a:solidFill>
                <a:latin typeface="Aptos"/>
              </a:defRPr>
            </a:pPr>
            <a:r>
              <a:t>Connect the components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43484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17720" y="459028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6F4EA0"/>
                </a:solidFill>
                <a:latin typeface="Aptos"/>
              </a:defRPr>
            </a:pPr>
            <a:r>
              <a:t>Tinkercad Circuits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965192"/>
            <a:ext cx="2971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645D70"/>
                </a:solidFill>
                <a:latin typeface="Aptos"/>
              </a:defRPr>
            </a:pPr>
            <a:r>
              <a:t>Online simulation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36274E"/>
                </a:solidFill>
                <a:latin typeface="Aptos"/>
              </a:defRPr>
            </a:pPr>
            <a:r>
              <a:t>3. Circuit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5D70"/>
                </a:solidFill>
                <a:latin typeface="Aptos"/>
              </a:defRPr>
            </a:pPr>
            <a:r>
              <a:t>CodeAlpha IoT Internship • Task 2                                    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6766560" cy="4754880"/>
          </a:xfrm>
          <a:prstGeom prst="roundRect">
            <a:avLst/>
          </a:prstGeom>
          <a:solidFill>
            <a:srgbClr val="EDE6F8"/>
          </a:solidFill>
          <a:ln>
            <a:solidFill>
              <a:srgbClr val="6F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6274E"/>
                </a:solidFill>
              </a:defRPr>
            </a:pPr>
            <a:r>
              <a:t>INSERT Task2_Circuit.png</a:t>
            </a:r>
          </a:p>
          <a:p>
            <a:pPr algn="ctr">
              <a:defRPr sz="1200">
                <a:solidFill>
                  <a:srgbClr val="645D70"/>
                </a:solidFill>
              </a:defRPr>
            </a:pPr>
            <a:r>
              <a:t>Replace this box with your saved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32588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92440" y="164592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D2A33"/>
                </a:solidFill>
                <a:latin typeface="Aptos"/>
              </a:defRPr>
            </a:pPr>
            <a:r>
              <a:t>•  LDR output junction → A0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D2A33"/>
                </a:solidFill>
                <a:latin typeface="Aptos"/>
              </a:defRPr>
            </a:pPr>
            <a:r>
              <a:t>•  LED control pin → D9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D2A33"/>
                </a:solidFill>
                <a:latin typeface="Aptos"/>
              </a:defRPr>
            </a:pPr>
            <a:r>
              <a:t>•  1 kΩ resistor in series with LED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D2A33"/>
                </a:solidFill>
                <a:latin typeface="Aptos"/>
              </a:defRPr>
            </a:pPr>
            <a:r>
              <a:t>•  10 kΩ resistor from LDR junction to GND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D2A33"/>
                </a:solidFill>
                <a:latin typeface="Aptos"/>
              </a:defRPr>
            </a:pPr>
            <a:r>
              <a:t>•  LDR connected to 5V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D2A33"/>
                </a:solidFill>
                <a:latin typeface="Aptos"/>
              </a:defRPr>
            </a:pPr>
            <a:r>
              <a:t>•  Common ground (GND)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83D05B9-7D61-AF03-9B4B-5E37EE2E1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645920"/>
            <a:ext cx="5881796" cy="38404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36274E"/>
                </a:solidFill>
                <a:latin typeface="Aptos"/>
              </a:defRPr>
            </a:pPr>
            <a:r>
              <a:t>4. Working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5D70"/>
                </a:solidFill>
                <a:latin typeface="Aptos"/>
              </a:defRPr>
            </a:pPr>
            <a:r>
              <a:t>CodeAlpha IoT Internship • Task 2                                    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10241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43000" y="1490472"/>
            <a:ext cx="502920" cy="502920"/>
          </a:xfrm>
          <a:prstGeom prst="ellipse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435607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36274E"/>
                </a:solidFill>
                <a:latin typeface="Aptos"/>
              </a:defRPr>
            </a:pPr>
            <a:r>
              <a:t>LDR senses light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63039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45D70"/>
                </a:solidFill>
                <a:latin typeface="Aptos"/>
              </a:defRPr>
            </a:pPr>
            <a:r>
              <a:t>Sensor produces an analog reading.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10241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43000" y="2633472"/>
            <a:ext cx="502920" cy="502920"/>
          </a:xfrm>
          <a:prstGeom prst="ellipse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5786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36274E"/>
                </a:solidFill>
                <a:latin typeface="Aptos"/>
              </a:defRPr>
            </a:pPr>
            <a:r>
              <a:t>Arduino reads A0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0604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45D70"/>
                </a:solidFill>
                <a:latin typeface="Aptos"/>
              </a:defRPr>
            </a:pPr>
            <a:r>
              <a:t>The value is checked repeatedly.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611880"/>
            <a:ext cx="10241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3000" y="3776472"/>
            <a:ext cx="502920" cy="502920"/>
          </a:xfrm>
          <a:prstGeom prst="ellipse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7216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36274E"/>
                </a:solidFill>
                <a:latin typeface="Aptos"/>
              </a:defRPr>
            </a:pPr>
            <a:r>
              <a:t>Compare with 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4904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45D70"/>
                </a:solidFill>
                <a:latin typeface="Aptos"/>
              </a:defRPr>
            </a:pPr>
            <a:r>
              <a:t>The program uses 500 as its threshold.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102412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43000" y="4919472"/>
            <a:ext cx="502920" cy="502920"/>
          </a:xfrm>
          <a:prstGeom prst="ellipse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48646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36274E"/>
                </a:solidFill>
                <a:latin typeface="Aptos"/>
              </a:defRPr>
            </a:pPr>
            <a:r>
              <a:t>Control the 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89204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645D70"/>
                </a:solidFill>
                <a:latin typeface="Aptos"/>
              </a:defRPr>
            </a:pPr>
            <a:r>
              <a:t>Below 500: ON • 500 or above: 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36274E"/>
                </a:solidFill>
                <a:latin typeface="Aptos"/>
              </a:defRPr>
            </a:pPr>
            <a:r>
              <a:t>5. Arduino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5D70"/>
                </a:solidFill>
                <a:latin typeface="Aptos"/>
              </a:defRPr>
            </a:pPr>
            <a:r>
              <a:t>CodeAlpha IoT Internship • Task 2                                      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64008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417320"/>
            <a:ext cx="594360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const int ldrPin = A0;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const int ledPin = 9;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const int threshold = 500;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void setup() {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 pinMode(ledPin, OUTPUT);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 Serial.begin(9600);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void loop() {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 int lightLevel = analogRead(ldrPin);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 if (lightLevel &lt; threshold) {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   digitalWrite(ledPin, HIGH);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 } else {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   digitalWrite(ledPin, LOW);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 Serial.println(lightLevel);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  delay(200);</a:t>
            </a:r>
          </a:p>
          <a:p>
            <a:pPr>
              <a:spcAft>
                <a:spcPts val="0"/>
              </a:spcAft>
              <a:defRPr sz="1500">
                <a:solidFill>
                  <a:srgbClr val="36274E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508760"/>
            <a:ext cx="3794760" cy="3108960"/>
          </a:xfrm>
          <a:prstGeom prst="roundRect">
            <a:avLst/>
          </a:prstGeom>
          <a:solidFill>
            <a:srgbClr val="EDE6F8"/>
          </a:solidFill>
          <a:ln>
            <a:solidFill>
              <a:srgbClr val="6F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6274E"/>
                </a:solidFill>
              </a:defRPr>
            </a:pPr>
            <a:r>
              <a:t>INSERT Task2_Code.png</a:t>
            </a:r>
          </a:p>
          <a:p>
            <a:pPr algn="ctr">
              <a:defRPr sz="1200">
                <a:solidFill>
                  <a:srgbClr val="645D70"/>
                </a:solidFill>
              </a:defRPr>
            </a:pPr>
            <a:r>
              <a:t>Replace this box with your saved screenshot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89204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6F4EA0"/>
                </a:solidFill>
                <a:latin typeface="Aptos"/>
              </a:defRPr>
            </a:pPr>
            <a:r>
              <a:t>Threshold = 500</a:t>
            </a:r>
          </a:p>
          <a:p>
            <a:pPr algn="ctr">
              <a:spcAft>
                <a:spcPts val="600"/>
              </a:spcAft>
              <a:defRPr sz="1700" b="1">
                <a:solidFill>
                  <a:srgbClr val="6F4EA0"/>
                </a:solidFill>
                <a:latin typeface="Aptos"/>
              </a:defRPr>
            </a:pPr>
            <a:r>
              <a:t>LED pin = 9 • LDR pin = A0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C6FEF1-5243-26B2-1D60-70E4F0C81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27632"/>
            <a:ext cx="3566160" cy="2990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36274E"/>
                </a:solidFill>
                <a:latin typeface="Aptos"/>
              </a:defRPr>
            </a:pPr>
            <a:r>
              <a:t>6. Code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5D70"/>
                </a:solidFill>
                <a:latin typeface="Aptos"/>
              </a:defRPr>
            </a:pPr>
            <a:r>
              <a:t>CodeAlpha IoT Internship • Task 2                                     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17319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6F4EA0"/>
                </a:solidFill>
                <a:latin typeface="Aptos"/>
              </a:defRPr>
            </a:pPr>
            <a: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38988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D2A33"/>
                </a:solidFill>
                <a:latin typeface="Aptos"/>
              </a:defRPr>
            </a:pPr>
            <a:r>
              <a:t>Analog input used to read the LDR value.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28016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417319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6F4EA0"/>
                </a:solidFill>
                <a:latin typeface="Aptos"/>
              </a:defRPr>
            </a:pPr>
            <a:r>
              <a:t>Pin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38988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D2A33"/>
                </a:solidFill>
                <a:latin typeface="Aptos"/>
              </a:defRPr>
            </a:pPr>
            <a:r>
              <a:t>Digital output used to control the 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146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6F4EA0"/>
                </a:solidFill>
                <a:latin typeface="Aptos"/>
              </a:defRPr>
            </a:pPr>
            <a:r>
              <a:t>Threshold 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62432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D2A33"/>
                </a:solidFill>
                <a:latin typeface="Aptos"/>
              </a:defRPr>
            </a:pPr>
            <a:r>
              <a:t>Reference value for switching the LED.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51460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265176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6F4EA0"/>
                </a:solidFill>
                <a:latin typeface="Aptos"/>
              </a:defRPr>
            </a:pPr>
            <a:r>
              <a:t>analogRead()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62432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D2A33"/>
                </a:solidFill>
                <a:latin typeface="Aptos"/>
              </a:defRPr>
            </a:pPr>
            <a:r>
              <a:t>Reads the current sensor value.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749039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8862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6F4EA0"/>
                </a:solidFill>
                <a:latin typeface="Aptos"/>
              </a:defRPr>
            </a:pPr>
            <a:r>
              <a:t>digitalWrite()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85876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D2A33"/>
                </a:solidFill>
                <a:latin typeface="Aptos"/>
              </a:defRPr>
            </a:pPr>
            <a:r>
              <a:t>Sets the LED output HIGH or 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749039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388620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6F4EA0"/>
                </a:solidFill>
                <a:latin typeface="Aptos"/>
              </a:defRPr>
            </a:pPr>
            <a:r>
              <a:t>Serial.println()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85876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D2A33"/>
                </a:solidFill>
                <a:latin typeface="Aptos"/>
              </a:defRPr>
            </a:pPr>
            <a:r>
              <a:t>Displays readings in the Serial Monitor.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83480"/>
            <a:ext cx="5257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12064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6F4EA0"/>
                </a:solidFill>
                <a:latin typeface="Aptos"/>
              </a:defRPr>
            </a:pPr>
            <a:r>
              <a:t>delay(200)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093208"/>
            <a:ext cx="3337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D2A33"/>
                </a:solidFill>
                <a:latin typeface="Aptos"/>
              </a:defRPr>
            </a:pPr>
            <a:r>
              <a:t>Waits 200 milliseconds between readings.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36274E"/>
                </a:solidFill>
                <a:latin typeface="Aptos"/>
              </a:defRPr>
            </a:pPr>
            <a:r>
              <a:t>7. Simulation Result — LED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5D70"/>
                </a:solidFill>
                <a:latin typeface="Aptos"/>
              </a:defRPr>
            </a:pPr>
            <a:r>
              <a:t>CodeAlpha IoT Internship • Task 2                                     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315200" cy="4800600"/>
          </a:xfrm>
          <a:prstGeom prst="roundRect">
            <a:avLst/>
          </a:prstGeom>
          <a:solidFill>
            <a:srgbClr val="EDE6F8"/>
          </a:solidFill>
          <a:ln>
            <a:solidFill>
              <a:srgbClr val="6F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6274E"/>
                </a:solidFill>
              </a:defRPr>
            </a:pPr>
            <a:r>
              <a:t>INSERT Task2_LED_ON.png</a:t>
            </a:r>
          </a:p>
          <a:p>
            <a:pPr algn="ctr">
              <a:defRPr sz="1200">
                <a:solidFill>
                  <a:srgbClr val="645D70"/>
                </a:solidFill>
              </a:defRPr>
            </a:pPr>
            <a:r>
              <a:t>Replace this box with your saved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00200"/>
            <a:ext cx="2971800" cy="3474720"/>
          </a:xfrm>
          <a:prstGeom prst="roundRect">
            <a:avLst/>
          </a:prstGeom>
          <a:solidFill>
            <a:srgbClr val="E7F5EC"/>
          </a:solidFill>
          <a:ln>
            <a:solidFill>
              <a:srgbClr val="E7F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0" y="19659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419167"/>
                </a:solidFill>
                <a:latin typeface="Aptos"/>
              </a:defRPr>
            </a:pPr>
            <a:r>
              <a:t>LOW-LIGHT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743200"/>
            <a:ext cx="2423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r>
              <a:t>Example reading</a:t>
            </a:r>
          </a:p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r>
              <a:t>54 (below 500)</a:t>
            </a:r>
          </a:p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endParaRPr/>
          </a:p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r>
              <a:t>LED STATUS: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5349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645D70"/>
                </a:solidFill>
                <a:latin typeface="Aptos"/>
              </a:defRPr>
            </a:pPr>
            <a:r>
              <a:t>The LED glows when the reading is below 500.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146966-2BA4-6310-6FDC-4FAD1A327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79" y="1402634"/>
            <a:ext cx="6789421" cy="4367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36274E"/>
                </a:solidFill>
                <a:latin typeface="Aptos"/>
              </a:defRPr>
            </a:pPr>
            <a:r>
              <a:t>8. Simulation Result — LED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5D70"/>
                </a:solidFill>
                <a:latin typeface="Aptos"/>
              </a:defRPr>
            </a:pPr>
            <a:r>
              <a:t>CodeAlpha IoT Internship • Task 2                                     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7315200" cy="4800600"/>
          </a:xfrm>
          <a:prstGeom prst="roundRect">
            <a:avLst/>
          </a:prstGeom>
          <a:solidFill>
            <a:srgbClr val="EDE6F8"/>
          </a:solidFill>
          <a:ln>
            <a:solidFill>
              <a:srgbClr val="6F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6274E"/>
                </a:solidFill>
              </a:defRPr>
            </a:pPr>
            <a:r>
              <a:t>INSERT Task2_LED_OFF.png</a:t>
            </a:r>
          </a:p>
          <a:p>
            <a:pPr algn="ctr">
              <a:defRPr sz="1200">
                <a:solidFill>
                  <a:srgbClr val="645D70"/>
                </a:solidFill>
              </a:defRPr>
            </a:pPr>
            <a:r>
              <a:t>Replace this box with your saved screenshot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00200"/>
            <a:ext cx="2971800" cy="3474720"/>
          </a:xfrm>
          <a:prstGeom prst="roundRect">
            <a:avLst/>
          </a:prstGeom>
          <a:solidFill>
            <a:srgbClr val="FBF4DE"/>
          </a:solidFill>
          <a:ln>
            <a:solidFill>
              <a:srgbClr val="FBF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0" y="19659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99741C"/>
                </a:solidFill>
                <a:latin typeface="Aptos"/>
              </a:defRPr>
            </a:pPr>
            <a:r>
              <a:t>HIGH-READING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743200"/>
            <a:ext cx="2423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r>
              <a:t>Example reading</a:t>
            </a:r>
          </a:p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r>
              <a:t>973 (above 500)</a:t>
            </a:r>
          </a:p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endParaRPr/>
          </a:p>
          <a:p>
            <a:pPr algn="ctr">
              <a:spcAft>
                <a:spcPts val="600"/>
              </a:spcAft>
              <a:defRPr sz="1900" b="1">
                <a:solidFill>
                  <a:srgbClr val="36274E"/>
                </a:solidFill>
                <a:latin typeface="Aptos"/>
              </a:defRPr>
            </a:pPr>
            <a:r>
              <a:t>LED STATUS: 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53492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645D70"/>
                </a:solidFill>
                <a:latin typeface="Aptos"/>
              </a:defRPr>
            </a:pPr>
            <a:r>
              <a:t>The LED switches off when the reading is above 500.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50C0A6-8280-000B-735E-1F265DC6F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1" y="1563624"/>
            <a:ext cx="697611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36274E"/>
                </a:solidFill>
                <a:latin typeface="Aptos"/>
              </a:defRPr>
            </a:pPr>
            <a:r>
              <a:t>9. Overall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645D70"/>
                </a:solidFill>
                <a:latin typeface="Aptos"/>
              </a:defRPr>
            </a:pPr>
            <a:r>
              <a:t>CodeAlpha IoT Internship • Task 2                                   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100" b="0">
                <a:solidFill>
                  <a:srgbClr val="2D2A33"/>
                </a:solidFill>
                <a:latin typeface="Aptos"/>
              </a:defRPr>
            </a:pPr>
            <a:r>
              <a:t>The circuit responded to sensor readings and switched the LED according to the programmed threshold.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560320"/>
            <a:ext cx="3154680" cy="2011680"/>
          </a:xfrm>
          <a:prstGeom prst="roundRect">
            <a:avLst/>
          </a:prstGeom>
          <a:solidFill>
            <a:srgbClr val="E7F5EC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36274E"/>
                </a:solidFill>
                <a:latin typeface="Aptos"/>
              </a:defRPr>
            </a:pPr>
            <a:r>
              <a:t>LDR reading &lt; 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6616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6F4EA0"/>
                </a:solidFill>
                <a:latin typeface="Aptos"/>
              </a:defRPr>
            </a:pPr>
            <a:r>
              <a:t>Low-light test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6F4EA0"/>
                </a:solidFill>
                <a:latin typeface="Aptos"/>
              </a:defRPr>
            </a:pPr>
            <a:r>
              <a:t>LED 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56032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9260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36274E"/>
                </a:solidFill>
                <a:latin typeface="Aptos"/>
              </a:defRPr>
            </a:pPr>
            <a:r>
              <a:t>LDR reading = 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56616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6F4EA0"/>
                </a:solidFill>
                <a:latin typeface="Aptos"/>
              </a:defRPr>
            </a:pPr>
            <a:r>
              <a:t>At threshold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6F4EA0"/>
                </a:solidFill>
                <a:latin typeface="Aptos"/>
              </a:defRPr>
            </a:pPr>
            <a:r>
              <a:t>LED 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560320"/>
            <a:ext cx="3154680" cy="2011680"/>
          </a:xfrm>
          <a:prstGeom prst="roundRect">
            <a:avLst/>
          </a:prstGeom>
          <a:solidFill>
            <a:srgbClr val="FBF4DE"/>
          </a:solidFill>
          <a:ln>
            <a:solidFill>
              <a:srgbClr val="EDE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29260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36274E"/>
                </a:solidFill>
                <a:latin typeface="Aptos"/>
              </a:defRPr>
            </a:pPr>
            <a:r>
              <a:t>LDR reading &gt; 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356616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6F4EA0"/>
                </a:solidFill>
                <a:latin typeface="Aptos"/>
              </a:defRPr>
            </a:pPr>
            <a:r>
              <a:t>High-reading test</a:t>
            </a:r>
          </a:p>
          <a:p>
            <a:pPr algn="ctr">
              <a:spcAft>
                <a:spcPts val="600"/>
              </a:spcAft>
              <a:defRPr sz="1800" b="1">
                <a:solidFill>
                  <a:srgbClr val="6F4EA0"/>
                </a:solidFill>
                <a:latin typeface="Aptos"/>
              </a:defRPr>
            </a:pPr>
            <a:r>
              <a:t>LED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645D70"/>
                </a:solidFill>
                <a:latin typeface="Aptos"/>
              </a:defRPr>
            </a:pPr>
            <a:r>
              <a:t>Note: A reading equal to 500 follows the ELSE branch, so the LED is 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27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22960" y="4480560"/>
            <a:ext cx="2743200" cy="2743200"/>
          </a:xfrm>
          <a:prstGeom prst="ellipse">
            <a:avLst/>
          </a:prstGeom>
          <a:solidFill>
            <a:srgbClr val="6F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92640" y="-731520"/>
            <a:ext cx="3291840" cy="3291840"/>
          </a:xfrm>
          <a:prstGeom prst="ellipse">
            <a:avLst/>
          </a:prstGeom>
          <a:solidFill>
            <a:srgbClr val="8B7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2240280"/>
            <a:ext cx="9144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 b="0">
                <a:solidFill>
                  <a:srgbClr val="ECE5F7"/>
                </a:solidFill>
                <a:latin typeface="Aptos"/>
              </a:defRPr>
            </a:pPr>
            <a:r>
              <a:t>The project demonstrates a simple sensor-based automation system. The LDR provides an input reading, and the Arduino processes it to control an LED automatically.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D6C7EE"/>
                </a:solidFill>
                <a:latin typeface="Aptos"/>
              </a:defRPr>
            </a:pPr>
            <a:r>
              <a:t>CodeAlpha IoT Internship • Task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692</Words>
  <Application>Microsoft Office PowerPoint</Application>
  <PresentationFormat>Widescreen</PresentationFormat>
  <Paragraphs>136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lallu m</cp:lastModifiedBy>
  <cp:revision>2</cp:revision>
  <dcterms:created xsi:type="dcterms:W3CDTF">2013-01-27T09:14:16Z</dcterms:created>
  <dcterms:modified xsi:type="dcterms:W3CDTF">2026-10-20T14:36:06Z</dcterms:modified>
  <cp:category/>
</cp:coreProperties>
</file>